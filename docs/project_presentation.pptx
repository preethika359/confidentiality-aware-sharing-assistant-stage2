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Confidentiality-Aware Summarisation &amp; Sharing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University policy updates • Responsible AI prototype</a:t>
            </a:r>
          </a:p>
          <a:p>
            <a:pPr>
              <a:spcAft>
                <a:spcPts val="1000"/>
              </a:spcAft>
              <a:defRPr sz="2000"/>
            </a:pPr>
            <a:r>
              <a:t>80% milestone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Informal policy distribution can expose confidential content.</a:t>
            </a:r>
          </a:p>
          <a:p>
            <a:pPr>
              <a:spcAft>
                <a:spcPts val="1000"/>
              </a:spcAft>
              <a:defRPr sz="2000"/>
            </a:pPr>
            <a:r>
              <a:t>Objective: enforce access boundaries before summarisation/sharing, explain decisions, require human confirmation for high-impact actions, and retain an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Roles &amp; Configurable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Student • Faculty • Admin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Permission labels: PUBLIC • INTERNAL • FACULTY_ONLY • CONFIDENTIAL • ADMIN_ONLY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Rules are stored in rules.json so policy changes do not require rewriting decision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Document + permission label → user/target role → access check → sensitive-content detection → summary/share decision → human review for sensitive sharing → audit trail.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Functional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Streamlit dashboard</a:t>
            </a:r>
          </a:p>
          <a:p>
            <a:pPr>
              <a:spcAft>
                <a:spcPts val="1000"/>
              </a:spcAft>
              <a:defRPr sz="2000"/>
            </a:pPr>
            <a:r>
              <a:t>• access decision + explanation</a:t>
            </a:r>
          </a:p>
          <a:p>
            <a:pPr>
              <a:spcAft>
                <a:spcPts val="1000"/>
              </a:spcAft>
              <a:defRPr sz="2000"/>
            </a:pPr>
            <a:r>
              <a:t>• fail-closed safe summarisation</a:t>
            </a:r>
          </a:p>
          <a:p>
            <a:pPr>
              <a:spcAft>
                <a:spcPts val="1000"/>
              </a:spcAft>
              <a:defRPr sz="2000"/>
            </a:pPr>
            <a:r>
              <a:t>• controlled sharing request</a:t>
            </a:r>
          </a:p>
          <a:p>
            <a:pPr>
              <a:spcAft>
                <a:spcPts val="1000"/>
              </a:spcAft>
              <a:defRPr sz="2000"/>
            </a:pPr>
            <a:r>
              <a:t>• human confirmation + mandatory override reason</a:t>
            </a:r>
          </a:p>
          <a:p>
            <a:pPr>
              <a:spcAft>
                <a:spcPts val="1000"/>
              </a:spcAft>
              <a:defRPr sz="2000"/>
            </a:pPr>
            <a:r>
              <a:t>• persistent CSV audit log</a:t>
            </a:r>
          </a:p>
          <a:p>
            <a:pPr>
              <a:spcAft>
                <a:spcPts val="1000"/>
              </a:spcAft>
              <a:defRPr sz="2000"/>
            </a:pPr>
            <a:r>
              <a:t>• configurable policy shown in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Baseline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36 document-role cases across 12 synthetic documents × 3 roles.</a:t>
            </a:r>
          </a:p>
          <a:p>
            <a:pPr>
              <a:spcAft>
                <a:spcPts val="1000"/>
              </a:spcAft>
              <a:defRPr sz="2000"/>
            </a:pPr>
            <a:r>
              <a:t>11 unauthorised cases.</a:t>
            </a:r>
          </a:p>
          <a:p>
            <a:pPr>
              <a:spcAft>
                <a:spcPts val="1000"/>
              </a:spcAft>
              <a:defRPr sz="2000"/>
            </a:pPr>
            <a:r>
              <a:t>Baseline = naive first-sentence summary without access control.</a:t>
            </a:r>
          </a:p>
          <a:p>
            <a:pPr>
              <a:spcAft>
                <a:spcPts val="1000"/>
              </a:spcAft>
              <a:defRPr sz="2000"/>
            </a:pPr>
            <a:r>
              <a:t>Target = 0% sensitive leakage in unauthorised summaries.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Measured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Baseline leakage: 81.82%</a:t>
            </a:r>
          </a:p>
          <a:p>
            <a:pPr>
              <a:spcAft>
                <a:spcPts val="1000"/>
              </a:spcAft>
              <a:defRPr sz="2000"/>
            </a:pPr>
            <a:r>
              <a:t>Protected leakage: 0%</a:t>
            </a:r>
          </a:p>
          <a:p>
            <a:pPr>
              <a:spcAft>
                <a:spcPts val="1000"/>
              </a:spcAft>
              <a:defRPr sz="2000"/>
            </a:pPr>
            <a:r>
              <a:t>Protected unauthorised blocking: 100%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Result is specific to the synthetic dataset and experiment definition; it is not a production security guarantee.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Failure /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unauthorised confidential summary</a:t>
            </a:r>
          </a:p>
          <a:p>
            <a:pPr>
              <a:spcAft>
                <a:spcPts val="1000"/>
              </a:spcAft>
              <a:defRPr sz="2000"/>
            </a:pPr>
            <a:r>
              <a:t>• unauthorised target role</a:t>
            </a:r>
          </a:p>
          <a:p>
            <a:pPr>
              <a:spcAft>
                <a:spcPts val="1000"/>
              </a:spcAft>
              <a:defRPr sz="2000"/>
            </a:pPr>
            <a:r>
              <a:t>• sensitive sharing → Review Required</a:t>
            </a:r>
          </a:p>
          <a:p>
            <a:pPr>
              <a:spcAft>
                <a:spcPts val="1000"/>
              </a:spcAft>
              <a:defRPr sz="2000"/>
            </a:pPr>
            <a:r>
              <a:t>• missing override reason → no approval</a:t>
            </a:r>
          </a:p>
          <a:p>
            <a:pPr>
              <a:spcAft>
                <a:spcPts val="1000"/>
              </a:spcAft>
              <a:defRPr sz="2000"/>
            </a:pPr>
            <a:r>
              <a:t>• Student ID/email detection</a:t>
            </a:r>
          </a:p>
          <a:p>
            <a:pPr>
              <a:spcAft>
                <a:spcPts val="1000"/>
              </a:spcAft>
              <a:defRPr sz="2000"/>
            </a:pPr>
            <a:r>
              <a:t>• empty input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Human &amp; Audit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High-impact sensitive sharing requires explicit human confirmation.</a:t>
            </a:r>
          </a:p>
          <a:p>
            <a:pPr>
              <a:spcAft>
                <a:spcPts val="1000"/>
              </a:spcAft>
              <a:defRPr sz="2000"/>
            </a:pPr>
            <a:r>
              <a:t>Manual override requires a reason.</a:t>
            </a:r>
          </a:p>
          <a:p>
            <a:pPr>
              <a:spcAft>
                <a:spcPts val="1000"/>
              </a:spcAft>
              <a:defRPr sz="2000"/>
            </a:pPr>
            <a:r>
              <a:t>Audit records capture timestamp, role, document, target, decision, reason, and detected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Validation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Validation form is ready for Student/Faculty/Admin stakeholders; participant results are not fabricated.</a:t>
            </a:r>
          </a:p>
          <a:p>
            <a:pPr>
              <a:spcAft>
                <a:spcPts val="1000"/>
              </a:spcAft>
              <a:defRPr sz="2000"/>
            </a:pPr>
            <a:r>
              <a:t>Next: collect real feedback, expand adversarial leakage tests, add semantic detection, strengthen audit storage, and test larger synthetic corpora.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