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Confidentiality-Aware Summarisation &amp; Sharing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Stage 2 / 80% Milestone</a:t>
            </a:r>
          </a:p>
          <a:p>
            <a:pPr>
              <a:defRPr sz="2200"/>
            </a:pPr>
            <a:r>
              <a:t>University policy updates • RBAC • semantic sensitivity • human-in-the-loop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Informal policy sharing can expose confidential information.</a:t>
            </a:r>
          </a:p>
          <a:p>
            <a:pPr>
              <a:defRPr sz="2200"/>
            </a:pPr>
            <a:r>
              <a:t>Goal: enforce access boundaries before summarisation/sharing and retain explainable, auditable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Streamlit UI → configurable policy store → RBAC → hybrid sensitivity detector → safe summariser/sharing gate → explanation →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Configurable Policy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rules.json contains five permission tiers, three roles, sensitive keywords/regexes, semantic prototypes, threshold, high-impact actions and experiment targets.</a:t>
            </a:r>
          </a:p>
          <a:p>
            <a:pPr>
              <a:defRPr sz="2200"/>
            </a:pPr>
            <a:r>
              <a:t>No role matrix is hard-coded in access-control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Sensitivity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Keyword matching</a:t>
            </a:r>
          </a:p>
          <a:p>
            <a:pPr>
              <a:defRPr sz="2200"/>
            </a:pPr>
            <a:r>
              <a:t>2. Regex identifiers/contact/salary patterns</a:t>
            </a:r>
          </a:p>
          <a:p>
            <a:pPr>
              <a:defRPr sz="2200"/>
            </a:pPr>
            <a:r>
              <a:t>3. Local TF-IDF contextual similarity</a:t>
            </a:r>
          </a:p>
          <a:p>
            <a:pPr>
              <a:defRPr sz="2200"/>
            </a:pPr>
            <a:r>
              <a:t>4. Optional local spaCy pattern/entity layer</a:t>
            </a:r>
          </a:p>
          <a:p>
            <a:pPr>
              <a:defRPr sz="2200"/>
            </a:pPr>
            <a:r>
              <a:t>Fail-safe deterministic fallback if optional NLP is unavailable.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Fail-closed unauthorised summarisation</a:t>
            </a:r>
          </a:p>
          <a:p>
            <a:pPr>
              <a:defRPr sz="2200"/>
            </a:pPr>
            <a:r>
              <a:t>Human confirmation for high-impact sensitive sharing</a:t>
            </a:r>
          </a:p>
          <a:p>
            <a:pPr>
              <a:defRPr sz="2200"/>
            </a:pPr>
            <a:r>
              <a:t>Mandatory manual-override rationale</a:t>
            </a:r>
          </a:p>
          <a:p>
            <a:pPr>
              <a:defRPr sz="2200"/>
            </a:pPr>
            <a:r>
              <a:t>Persistent audit trail with Git sanitisation</a:t>
            </a:r>
          </a:p>
          <a:p>
            <a:pPr>
              <a:defRPr sz="2200"/>
            </a:pPr>
            <a:r>
              <a:t>Explanation: rule + policy version + evidence + reason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20 synthetic documents × 3 roles = 60 role-document cases</a:t>
            </a:r>
          </a:p>
          <a:p>
            <a:pPr>
              <a:defRPr sz="2200"/>
            </a:pPr>
            <a:r>
              <a:t>Baseline: naive first-sentence summary</a:t>
            </a:r>
          </a:p>
          <a:p>
            <a:pPr>
              <a:defRPr sz="2200"/>
            </a:pPr>
            <a:r>
              <a:t>Protected: permission check before summary</a:t>
            </a:r>
          </a:p>
          <a:p>
            <a:pPr>
              <a:defRPr sz="2200"/>
            </a:pPr>
            <a:r>
              <a:t>Metrics: leakage, precision, recall, F1, false positives/negatives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Baseline unauthorised leakage: 68.18%</a:t>
            </a:r>
          </a:p>
          <a:p>
            <a:pPr>
              <a:defRPr sz="2200"/>
            </a:pPr>
            <a:r>
              <a:t>Protected unauthorised leakage: 0.00%</a:t>
            </a:r>
          </a:p>
          <a:p>
            <a:pPr>
              <a:defRPr sz="2200"/>
            </a:pPr>
            <a:r>
              <a:t>Leakage reduction: 100%</a:t>
            </a:r>
          </a:p>
          <a:p>
            <a:pPr>
              <a:defRPr sz="2200"/>
            </a:pPr>
            <a:r>
              <a:t>Detector precision: 86.67%</a:t>
            </a:r>
          </a:p>
          <a:p>
            <a:pPr>
              <a:defRPr sz="2200"/>
            </a:pPr>
            <a:r>
              <a:t>Detector recall: 100%</a:t>
            </a:r>
          </a:p>
          <a:p>
            <a:pPr>
              <a:defRPr sz="2200"/>
            </a:pPr>
            <a:r>
              <a:t>Detector F1: 92.86%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24/24 functional/security tests passed (100%)</a:t>
            </a:r>
          </a:p>
          <a:p>
            <a:pPr>
              <a:defRPr sz="2200"/>
            </a:pPr>
            <a:r>
              <a:t>Includes RBAC, None/empty inputs, case variations, paraphrases, multi-pattern detection, summary blocking, sharing review and configuration smoke tests.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Analysis &amp; Next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6 synthetic false positives and 0 false negatives in detector evaluation.</a:t>
            </a:r>
          </a:p>
          <a:p>
            <a:pPr>
              <a:defRPr sz="2200"/>
            </a:pPr>
            <a:r>
              <a:t>Main risk: broad contextual similarity can over-flag.</a:t>
            </a:r>
          </a:p>
          <a:p>
            <a:pPr>
              <a:defRPr sz="2200"/>
            </a:pPr>
            <a:r>
              <a:t>Next: calibrate threshold with real stakeholder-labelled samples, strengthen NER model, immutable database audit and red-team evaluation.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Functional end-to-end prototype + semantic/context layer + quantitative baseline + configurable policy + 24-case validation.</a:t>
            </a:r>
          </a:p>
          <a:p>
            <a:pPr>
              <a:defRPr sz="2200"/>
            </a:pPr>
            <a:r>
              <a:t>Synthetic results only; production security certification is out of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